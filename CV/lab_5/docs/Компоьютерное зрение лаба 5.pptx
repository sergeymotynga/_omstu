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2" roundtripDataSignature="AMtx7mikZvrgzgbQV4YJuNwzk1YAQzmg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a2fe80123_0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a2fe80123_0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22a2fe80123_0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Компьютерное зрение</a:t>
            </a:r>
            <a:br>
              <a:rPr lang="ru-RU"/>
            </a:br>
            <a:r>
              <a:rPr i="1" lang="ru-RU" sz="3200"/>
              <a:t>лабораторная - 5</a:t>
            </a:r>
            <a:endParaRPr i="1" sz="3200"/>
          </a:p>
        </p:txBody>
      </p:sp>
      <p:sp>
        <p:nvSpPr>
          <p:cNvPr id="81" name="Google Shape;81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ru-RU"/>
              <a:t>Роман Козинец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Задание 1 Old School Image Classification</a:t>
            </a:r>
            <a:endParaRPr/>
          </a:p>
        </p:txBody>
      </p:sp>
      <p:sp>
        <p:nvSpPr>
          <p:cNvPr id="87" name="Google Shape;87;p2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Используя датасет «CIFAR-10» Обучить классические модели ML на классификацию изображений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Использовать любые 2  из предложенных способов извлечения признаков:</a:t>
            </a:r>
            <a:endParaRPr/>
          </a:p>
          <a:p>
            <a:pPr indent="-461644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Гистограммы яркостей</a:t>
            </a:r>
            <a:endParaRPr/>
          </a:p>
          <a:p>
            <a:pPr indent="-461644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HOG (opencv или skimage как вариант)</a:t>
            </a:r>
            <a:endParaRPr/>
          </a:p>
          <a:p>
            <a:pPr indent="-461644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Мешок визуальных слов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ru-RU"/>
              <a:t>можете использовать свои варианты, если они репрезентативны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Обучить несколько моделей классификаторов( 3 вида) из sklearn на выбранных признаках,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Отобразить качество моделей на тестовой выборке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Отобразить предсказание некоторый тестовых изображений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CIFAR-10</a:t>
            </a:r>
            <a:endParaRPr/>
          </a:p>
        </p:txBody>
      </p:sp>
      <p:pic>
        <p:nvPicPr>
          <p:cNvPr id="94" name="Google Shape;94;p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635" y="2320925"/>
            <a:ext cx="4442460" cy="33604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Набор изображений из 10 классов размером 32x32x3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Задание 2 Классификация изображений полносвязной нейронной сетью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0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Используя прошлый набор данных обучить глубокую полносвязную нейросеть классифицировать изображения.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В качестве входных данных использовать: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AutoNum type="arabicPeriod"/>
            </a:pPr>
            <a:r>
              <a:rPr lang="ru-RU"/>
              <a:t>пиксели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AutoNum type="arabicPeriod"/>
            </a:pPr>
            <a:r>
              <a:rPr lang="ru-RU"/>
              <a:t>признаки из предыдущего задания</a:t>
            </a:r>
            <a:endParaRPr/>
          </a:p>
        </p:txBody>
      </p:sp>
      <p:sp>
        <p:nvSpPr>
          <p:cNvPr id="102" name="Google Shape;102;p4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Обучить модель, отобразить процесс обучения, отобразить качество модели на тестовой выборке, отобразить предсказание некоторый тестовых изображений.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ПОМНИМ ПРО СТАНДАРТИЗАЦИЮ ДАННЫХ !!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Задание 2 Классификация изображений полносвязной нейронной сетью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ru-RU"/>
              <a:t>В качестве </a:t>
            </a:r>
            <a:r>
              <a:rPr lang="ru-RU"/>
              <a:t>фреймворка</a:t>
            </a:r>
            <a:r>
              <a:rPr lang="ru-RU"/>
              <a:t> для нейросетей можно использовать: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Keras (достаточно просто)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TensorFlow(сложновато)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Pytorch(лучший выбор)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Char char="•"/>
            </a:pPr>
            <a:r>
              <a:rPr lang="ru-RU"/>
              <a:t>FastAI (зачем вам это?)</a:t>
            </a:r>
            <a:endParaRPr/>
          </a:p>
        </p:txBody>
      </p:sp>
      <p:sp>
        <p:nvSpPr>
          <p:cNvPr id="109" name="Google Shape;109;p5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ru-RU"/>
              <a:t>Пример на основе Keras</a:t>
            </a:r>
            <a:br>
              <a:rPr lang="ru-RU"/>
            </a:br>
            <a:r>
              <a:rPr lang="ru-RU"/>
              <a:t>https://learnopencv.com/implementing-mlp-tensorflow-keras/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a2fe80123_0_0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Задание 3 Классификация изображений сверточной нейросетью</a:t>
            </a:r>
            <a:endParaRPr/>
          </a:p>
        </p:txBody>
      </p:sp>
      <p:sp>
        <p:nvSpPr>
          <p:cNvPr id="116" name="Google Shape;116;g22a2fe80123_0_0"/>
          <p:cNvSpPr txBox="1"/>
          <p:nvPr>
            <p:ph idx="1" type="body"/>
          </p:nvPr>
        </p:nvSpPr>
        <p:spPr>
          <a:xfrm>
            <a:off x="319450" y="1825625"/>
            <a:ext cx="5958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ru-RU"/>
              <a:t>Используя прошлый набор данных обучить глубокую Сверточную нейросеть (не глубже 5 слоев ) классифицировать изображения.</a:t>
            </a:r>
            <a:endParaRPr/>
          </a:p>
        </p:txBody>
      </p:sp>
      <p:sp>
        <p:nvSpPr>
          <p:cNvPr id="117" name="Google Shape;117;g22a2fe80123_0_0"/>
          <p:cNvSpPr txBox="1"/>
          <p:nvPr>
            <p:ph idx="2" type="body"/>
          </p:nvPr>
        </p:nvSpPr>
        <p:spPr>
          <a:xfrm>
            <a:off x="6683075" y="1825625"/>
            <a:ext cx="4480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ru-RU"/>
              <a:t>Обучить модель, отобразить процесс обучения, отобразить качество модели на тестовой выборке, отобразить предсказание некоторый тестовых изображений.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ru-RU"/>
              <a:t>ПОМНИМ ПРО СТАНДАРТИЗАЦИЮ ДАННЫХ 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2022-03-30T19:28:45Z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1049-11.2.0.11042</vt:lpwstr>
  </property>
  <property fmtid="{D5CDD505-2E9C-101B-9397-08002B2CF9AE}" pid="3" name="ICV">
    <vt:lpwstr>792087A439164485BC83EDAE0E9285E2</vt:lpwstr>
  </property>
</Properties>
</file>